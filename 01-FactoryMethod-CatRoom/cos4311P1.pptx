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3" autoAdjust="0"/>
    <p:restoredTop sz="94660"/>
  </p:normalViewPr>
  <p:slideViewPr>
    <p:cSldViewPr snapToGrid="0">
      <p:cViewPr varScale="1">
        <p:scale>
          <a:sx n="75" d="100"/>
          <a:sy n="75" d="100"/>
        </p:scale>
        <p:origin x="3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D1A84-402D-46F0-BFFF-2A57EA65F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9D1E82-2F19-441A-9C92-FD617AFD57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E4801-6B89-4DD3-BBDE-F9F212A18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5F0B8-9454-4CA4-9E5E-498CB38574E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D0B0E-FF36-480E-B2D7-76C912000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7879D-480E-4E66-A706-043F4AC1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10792-6265-40FC-85DA-62FAED4D0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998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D0913-C951-43A9-99DE-2AD56C390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DD14B-AD64-4B36-9B34-61B1F746E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03C95-A996-412E-BA11-2C470755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5F0B8-9454-4CA4-9E5E-498CB38574E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FDFEC-D833-4F34-87C1-DCB055FB9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89A06-1C6E-4285-9C35-00552F87D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10792-6265-40FC-85DA-62FAED4D0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21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E3053-9A54-4A87-9920-51A4C86DC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6B9F8-056E-42B3-8F9C-30B22A879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EB38D-34C6-4817-8FA3-1A3AF604A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5F0B8-9454-4CA4-9E5E-498CB38574E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3D815-7B89-45D5-B3AB-7E49A3B3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7B9A2-ADCE-4B97-9357-B769A03D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10792-6265-40FC-85DA-62FAED4D0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80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2B260-8FD9-47AA-93B3-8D366CB3D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724E8-B73E-430D-A1EC-34C6D9E92A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4CCAD4-6ADE-410E-842E-A42ACFCB1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EACC5-E2A1-48FD-93A6-CF914186E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5F0B8-9454-4CA4-9E5E-498CB38574E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6AB42-2958-465F-8A12-696064F60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FEA4D-7842-464A-9AFD-78C28ABDA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10792-6265-40FC-85DA-62FAED4D0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59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1E678-BDE0-4C43-9449-60FE11A89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1FF49-076A-4442-AB74-825A35411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54C5F-878A-45A9-890A-DF7F4B9EE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710AD9-7BAD-48DD-B276-CAAAA4FD0E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554BC2-8349-413F-BA77-6813A63767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2E74D2-3F13-45BC-A558-D09B1ED5B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5F0B8-9454-4CA4-9E5E-498CB38574E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956AB-EA73-4EFA-977C-4E502886B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C982A0-A99A-402A-B5EB-5113E7F7A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10792-6265-40FC-85DA-62FAED4D0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81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C3CF-EA68-4F08-AA34-A083A33AF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862F6-B58C-42B7-9663-32C5277D2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5F0B8-9454-4CA4-9E5E-498CB38574E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EE3883-1E91-49C7-B724-4766A482A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3741D1-BA06-4D1E-9252-C3C80D11C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10792-6265-40FC-85DA-62FAED4D0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12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0E3559-8D20-4BFF-93A6-3629513D3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5F0B8-9454-4CA4-9E5E-498CB38574E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A8D32E-FBE2-4D28-A0CA-1BD724F0E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66D5F-C0D0-4411-B1D2-22AA16718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10792-6265-40FC-85DA-62FAED4D0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170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0BE0-ED2D-40BE-A01C-0C7A28339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55E2D-A1C6-41FF-8FFB-1C5D1E785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07158-AF35-473B-B2DF-21825C782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46A37-837A-4242-AF10-FFCB4D5A0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5F0B8-9454-4CA4-9E5E-498CB38574E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2BC24-C38F-4FC4-96DE-A7BF63BC8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EFBF5-C924-4677-93BC-FF9B31BA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10792-6265-40FC-85DA-62FAED4D0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220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5149C-A7B0-4801-AE3E-7034961E7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6BA195-87A3-4DE4-8EE9-5C2276B25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643A1-956F-4DF1-AB52-89338866D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F9D62-318E-4AB9-A0D1-117D7B31C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5F0B8-9454-4CA4-9E5E-498CB38574E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6337D-5EBA-4F5F-9B6D-9914CD67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E8FB9-8D45-4A25-9675-8838CEE2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10792-6265-40FC-85DA-62FAED4D0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597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2822C-8709-4F46-8683-B0CC532A2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C75583-6401-45D2-833C-BF1373936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9AB65-CD26-4889-9396-66DE8D1CB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5F0B8-9454-4CA4-9E5E-498CB38574E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B2ADA-C2CE-463E-BA83-5AADCCC7E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2A69B-595D-4B6E-A186-E81B76340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10792-6265-40FC-85DA-62FAED4D0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73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3C0926-F3D6-4390-809A-C719E76DBF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CE9DF-CA10-4A6C-A7A3-A9722086A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088B5-8016-47D0-88E5-087CE7725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5F0B8-9454-4CA4-9E5E-498CB38574E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47130-C13A-4523-9D64-5FA628BEA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762A2-5D96-459B-8FE3-BF252E7FA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10792-6265-40FC-85DA-62FAED4D0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356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A96A01-66C9-40B5-A9D3-A7EBA7A55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AA840-D02D-4791-9863-3F14424D6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90823-E4BB-4B19-8EEF-5A9B944B6D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5F0B8-9454-4CA4-9E5E-498CB38574E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F9357-CBA9-4BD9-87B6-046B9A9B3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90167-CE89-4779-82B5-ED1916454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B10792-6265-40FC-85DA-62FAED4D0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31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F760C8-4E71-4FE0-B82F-F014716E7298}"/>
              </a:ext>
            </a:extLst>
          </p:cNvPr>
          <p:cNvSpPr/>
          <p:nvPr/>
        </p:nvSpPr>
        <p:spPr>
          <a:xfrm>
            <a:off x="2491640" y="903494"/>
            <a:ext cx="2531708" cy="1371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D50A67-1F62-4085-9B22-C76005EE7A54}"/>
              </a:ext>
            </a:extLst>
          </p:cNvPr>
          <p:cNvSpPr/>
          <p:nvPr/>
        </p:nvSpPr>
        <p:spPr>
          <a:xfrm>
            <a:off x="8437982" y="989804"/>
            <a:ext cx="2012301" cy="1371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7A0C9E-EE41-46CF-BB17-9FAF86CBB4C5}"/>
              </a:ext>
            </a:extLst>
          </p:cNvPr>
          <p:cNvSpPr/>
          <p:nvPr/>
        </p:nvSpPr>
        <p:spPr>
          <a:xfrm>
            <a:off x="6884825" y="3381549"/>
            <a:ext cx="1281014" cy="14840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FAD475-6172-4DFF-8F7D-2EA72944CEF1}"/>
              </a:ext>
            </a:extLst>
          </p:cNvPr>
          <p:cNvSpPr/>
          <p:nvPr/>
        </p:nvSpPr>
        <p:spPr>
          <a:xfrm>
            <a:off x="8708573" y="3381548"/>
            <a:ext cx="1384038" cy="14569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BEE7C3-5762-45A2-9319-8DBA15938CEB}"/>
              </a:ext>
            </a:extLst>
          </p:cNvPr>
          <p:cNvSpPr/>
          <p:nvPr/>
        </p:nvSpPr>
        <p:spPr>
          <a:xfrm>
            <a:off x="10647396" y="3392431"/>
            <a:ext cx="1384038" cy="14731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5D2B1C-A02C-409B-B8C1-50261A3A26B2}"/>
              </a:ext>
            </a:extLst>
          </p:cNvPr>
          <p:cNvSpPr/>
          <p:nvPr/>
        </p:nvSpPr>
        <p:spPr>
          <a:xfrm>
            <a:off x="4896239" y="3274244"/>
            <a:ext cx="1517779" cy="11165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14F892-5D5A-4781-B489-350A012EB1E9}"/>
              </a:ext>
            </a:extLst>
          </p:cNvPr>
          <p:cNvSpPr/>
          <p:nvPr/>
        </p:nvSpPr>
        <p:spPr>
          <a:xfrm>
            <a:off x="3041389" y="3260245"/>
            <a:ext cx="1517779" cy="11305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CE6768-E2DB-496B-A3A2-DD72E3AABBDC}"/>
              </a:ext>
            </a:extLst>
          </p:cNvPr>
          <p:cNvSpPr/>
          <p:nvPr/>
        </p:nvSpPr>
        <p:spPr>
          <a:xfrm>
            <a:off x="1160104" y="3274243"/>
            <a:ext cx="1517779" cy="11305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6A51A282-EADC-4BA0-BBCA-5323C4E52A54}"/>
              </a:ext>
            </a:extLst>
          </p:cNvPr>
          <p:cNvSpPr/>
          <p:nvPr/>
        </p:nvSpPr>
        <p:spPr>
          <a:xfrm>
            <a:off x="3604335" y="2285196"/>
            <a:ext cx="363894" cy="270588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BD491FA4-6E15-4A96-A943-F2C4924BE313}"/>
              </a:ext>
            </a:extLst>
          </p:cNvPr>
          <p:cNvSpPr/>
          <p:nvPr/>
        </p:nvSpPr>
        <p:spPr>
          <a:xfrm>
            <a:off x="9262186" y="2361407"/>
            <a:ext cx="363894" cy="270588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EE00406-78B1-4F68-8668-20EF1C183967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3786282" y="2554231"/>
            <a:ext cx="13997" cy="7060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C8EDF15-1E19-4E28-862B-C3769F9B0D35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1918994" y="2984991"/>
            <a:ext cx="0" cy="289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703C9B2-0AC0-4F17-B409-C7F333779AA2}"/>
              </a:ext>
            </a:extLst>
          </p:cNvPr>
          <p:cNvCxnSpPr>
            <a:cxnSpLocks/>
          </p:cNvCxnSpPr>
          <p:nvPr/>
        </p:nvCxnSpPr>
        <p:spPr>
          <a:xfrm flipH="1">
            <a:off x="1918993" y="2984991"/>
            <a:ext cx="376257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06B9949-64D4-4BAE-B9F0-5EE9F801DD3E}"/>
              </a:ext>
            </a:extLst>
          </p:cNvPr>
          <p:cNvCxnSpPr/>
          <p:nvPr/>
        </p:nvCxnSpPr>
        <p:spPr>
          <a:xfrm flipH="1" flipV="1">
            <a:off x="5681564" y="2984991"/>
            <a:ext cx="1" cy="289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849CFFF-1DF3-44C4-915C-C124D0C6DEBB}"/>
              </a:ext>
            </a:extLst>
          </p:cNvPr>
          <p:cNvCxnSpPr>
            <a:cxnSpLocks/>
          </p:cNvCxnSpPr>
          <p:nvPr/>
        </p:nvCxnSpPr>
        <p:spPr>
          <a:xfrm>
            <a:off x="9444133" y="2661539"/>
            <a:ext cx="0" cy="706014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61D9881-F1C1-442D-B56E-C6BC563F14C3}"/>
              </a:ext>
            </a:extLst>
          </p:cNvPr>
          <p:cNvCxnSpPr/>
          <p:nvPr/>
        </p:nvCxnSpPr>
        <p:spPr>
          <a:xfrm flipH="1" flipV="1">
            <a:off x="7576844" y="3092299"/>
            <a:ext cx="1" cy="28925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1504A1B-729C-4218-BF49-33BF07301AAD}"/>
              </a:ext>
            </a:extLst>
          </p:cNvPr>
          <p:cNvCxnSpPr>
            <a:cxnSpLocks/>
          </p:cNvCxnSpPr>
          <p:nvPr/>
        </p:nvCxnSpPr>
        <p:spPr>
          <a:xfrm flipH="1">
            <a:off x="7576844" y="3092299"/>
            <a:ext cx="376257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6516187-A219-4995-B35E-D3D9B771F4A7}"/>
              </a:ext>
            </a:extLst>
          </p:cNvPr>
          <p:cNvCxnSpPr/>
          <p:nvPr/>
        </p:nvCxnSpPr>
        <p:spPr>
          <a:xfrm flipH="1" flipV="1">
            <a:off x="11339415" y="3092299"/>
            <a:ext cx="1" cy="28925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927987F-E100-48C9-9A09-2DE3A36426FD}"/>
              </a:ext>
            </a:extLst>
          </p:cNvPr>
          <p:cNvCxnSpPr>
            <a:cxnSpLocks/>
          </p:cNvCxnSpPr>
          <p:nvPr/>
        </p:nvCxnSpPr>
        <p:spPr>
          <a:xfrm>
            <a:off x="2500211" y="1247944"/>
            <a:ext cx="25503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A398307-071D-44A4-BDED-125A39D1BAF2}"/>
              </a:ext>
            </a:extLst>
          </p:cNvPr>
          <p:cNvCxnSpPr/>
          <p:nvPr/>
        </p:nvCxnSpPr>
        <p:spPr>
          <a:xfrm>
            <a:off x="2503322" y="1579179"/>
            <a:ext cx="25285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8F15631-B2B3-487C-AB63-05DE10B29A7D}"/>
              </a:ext>
            </a:extLst>
          </p:cNvPr>
          <p:cNvCxnSpPr/>
          <p:nvPr/>
        </p:nvCxnSpPr>
        <p:spPr>
          <a:xfrm>
            <a:off x="8437982" y="1495214"/>
            <a:ext cx="201230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F6B994A-F2CF-4BA6-B80F-6B9AB50B3643}"/>
              </a:ext>
            </a:extLst>
          </p:cNvPr>
          <p:cNvCxnSpPr>
            <a:cxnSpLocks/>
          </p:cNvCxnSpPr>
          <p:nvPr/>
        </p:nvCxnSpPr>
        <p:spPr>
          <a:xfrm>
            <a:off x="1160104" y="3624141"/>
            <a:ext cx="15177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C8C9BD8-F4A2-4DB7-BFB6-4403EF5067C7}"/>
              </a:ext>
            </a:extLst>
          </p:cNvPr>
          <p:cNvCxnSpPr>
            <a:cxnSpLocks/>
          </p:cNvCxnSpPr>
          <p:nvPr/>
        </p:nvCxnSpPr>
        <p:spPr>
          <a:xfrm>
            <a:off x="1160104" y="3935162"/>
            <a:ext cx="15177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5890F79-B2E5-4395-8F6A-8F275C5EE7A4}"/>
              </a:ext>
            </a:extLst>
          </p:cNvPr>
          <p:cNvCxnSpPr>
            <a:cxnSpLocks/>
          </p:cNvCxnSpPr>
          <p:nvPr/>
        </p:nvCxnSpPr>
        <p:spPr>
          <a:xfrm>
            <a:off x="3027391" y="3624141"/>
            <a:ext cx="15177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BE78B83-7F6D-49C5-B4C4-1BC9E335C4E7}"/>
              </a:ext>
            </a:extLst>
          </p:cNvPr>
          <p:cNvCxnSpPr>
            <a:cxnSpLocks/>
          </p:cNvCxnSpPr>
          <p:nvPr/>
        </p:nvCxnSpPr>
        <p:spPr>
          <a:xfrm>
            <a:off x="4896239" y="3624141"/>
            <a:ext cx="15177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B9BB9AF-1680-454F-BB98-48C97B3D295E}"/>
              </a:ext>
            </a:extLst>
          </p:cNvPr>
          <p:cNvCxnSpPr>
            <a:cxnSpLocks/>
          </p:cNvCxnSpPr>
          <p:nvPr/>
        </p:nvCxnSpPr>
        <p:spPr>
          <a:xfrm>
            <a:off x="3041389" y="3927389"/>
            <a:ext cx="15177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AAB3D5D-0F91-4CBA-9713-ED9D3592E02E}"/>
              </a:ext>
            </a:extLst>
          </p:cNvPr>
          <p:cNvCxnSpPr>
            <a:cxnSpLocks/>
          </p:cNvCxnSpPr>
          <p:nvPr/>
        </p:nvCxnSpPr>
        <p:spPr>
          <a:xfrm>
            <a:off x="4896238" y="3925836"/>
            <a:ext cx="15177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3E2382C-E6C4-4AC2-80BB-934409FC8867}"/>
              </a:ext>
            </a:extLst>
          </p:cNvPr>
          <p:cNvCxnSpPr>
            <a:cxnSpLocks/>
          </p:cNvCxnSpPr>
          <p:nvPr/>
        </p:nvCxnSpPr>
        <p:spPr>
          <a:xfrm>
            <a:off x="6884825" y="3722120"/>
            <a:ext cx="13840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5C7FD52-AEBB-4F78-9C50-E5E3A8DB61AE}"/>
              </a:ext>
            </a:extLst>
          </p:cNvPr>
          <p:cNvCxnSpPr>
            <a:cxnSpLocks/>
          </p:cNvCxnSpPr>
          <p:nvPr/>
        </p:nvCxnSpPr>
        <p:spPr>
          <a:xfrm>
            <a:off x="6920203" y="4013697"/>
            <a:ext cx="1268964" cy="163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4C60675-6321-4002-B09E-35151394DBC8}"/>
              </a:ext>
            </a:extLst>
          </p:cNvPr>
          <p:cNvCxnSpPr>
            <a:cxnSpLocks/>
          </p:cNvCxnSpPr>
          <p:nvPr/>
        </p:nvCxnSpPr>
        <p:spPr>
          <a:xfrm>
            <a:off x="8708573" y="3722120"/>
            <a:ext cx="13840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3958B9A-A67B-4242-ABE4-D6A1558AC64C}"/>
              </a:ext>
            </a:extLst>
          </p:cNvPr>
          <p:cNvCxnSpPr>
            <a:cxnSpLocks/>
          </p:cNvCxnSpPr>
          <p:nvPr/>
        </p:nvCxnSpPr>
        <p:spPr>
          <a:xfrm>
            <a:off x="8708573" y="4020695"/>
            <a:ext cx="13840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AD7FE42-BE56-4B20-9906-19B729780B6E}"/>
              </a:ext>
            </a:extLst>
          </p:cNvPr>
          <p:cNvCxnSpPr>
            <a:cxnSpLocks/>
          </p:cNvCxnSpPr>
          <p:nvPr/>
        </p:nvCxnSpPr>
        <p:spPr>
          <a:xfrm>
            <a:off x="10647396" y="3722120"/>
            <a:ext cx="13840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CF28570-E781-4EB1-8EB8-6875417C5F0F}"/>
              </a:ext>
            </a:extLst>
          </p:cNvPr>
          <p:cNvCxnSpPr>
            <a:cxnSpLocks/>
          </p:cNvCxnSpPr>
          <p:nvPr/>
        </p:nvCxnSpPr>
        <p:spPr>
          <a:xfrm>
            <a:off x="10647396" y="4030026"/>
            <a:ext cx="13840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4341E13-8582-402E-8003-115DA3117E22}"/>
              </a:ext>
            </a:extLst>
          </p:cNvPr>
          <p:cNvSpPr txBox="1"/>
          <p:nvPr/>
        </p:nvSpPr>
        <p:spPr>
          <a:xfrm>
            <a:off x="8862523" y="1002835"/>
            <a:ext cx="1315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&lt;&lt;INTERFACE&gt;&gt;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2D2010-5991-473E-9CE7-7E32F7BD84F0}"/>
              </a:ext>
            </a:extLst>
          </p:cNvPr>
          <p:cNvSpPr txBox="1"/>
          <p:nvPr/>
        </p:nvSpPr>
        <p:spPr>
          <a:xfrm>
            <a:off x="11011292" y="3404684"/>
            <a:ext cx="1315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    </a:t>
            </a:r>
            <a:r>
              <a:rPr lang="en-US" sz="1200" dirty="0" err="1"/>
              <a:t>Vip</a:t>
            </a:r>
            <a:r>
              <a:rPr lang="en-US" sz="1200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5CDAB1C-3DA7-4DF9-A1D1-25E6454E24C9}"/>
              </a:ext>
            </a:extLst>
          </p:cNvPr>
          <p:cNvSpPr txBox="1"/>
          <p:nvPr/>
        </p:nvSpPr>
        <p:spPr>
          <a:xfrm>
            <a:off x="7005540" y="3409159"/>
            <a:ext cx="1315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     Standard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0CE4E71-5423-4E01-BAE4-C36D54437478}"/>
              </a:ext>
            </a:extLst>
          </p:cNvPr>
          <p:cNvSpPr txBox="1"/>
          <p:nvPr/>
        </p:nvSpPr>
        <p:spPr>
          <a:xfrm>
            <a:off x="8911317" y="3409159"/>
            <a:ext cx="1315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      Deluxe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750C99-2379-44B1-B6A9-49ECD49A62C1}"/>
              </a:ext>
            </a:extLst>
          </p:cNvPr>
          <p:cNvSpPr txBox="1"/>
          <p:nvPr/>
        </p:nvSpPr>
        <p:spPr>
          <a:xfrm>
            <a:off x="9112893" y="1188671"/>
            <a:ext cx="1315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CatRoom</a:t>
            </a:r>
            <a:endParaRPr lang="en-US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0C09DAF-4383-430B-A175-C4C003C823E5}"/>
              </a:ext>
            </a:extLst>
          </p:cNvPr>
          <p:cNvSpPr txBox="1"/>
          <p:nvPr/>
        </p:nvSpPr>
        <p:spPr>
          <a:xfrm>
            <a:off x="6850222" y="4037796"/>
            <a:ext cx="13156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+clean()</a:t>
            </a:r>
          </a:p>
          <a:p>
            <a:r>
              <a:rPr lang="en-US" sz="1200" dirty="0"/>
              <a:t>+setup()</a:t>
            </a:r>
          </a:p>
          <a:p>
            <a:r>
              <a:rPr lang="en-US" sz="1200" dirty="0"/>
              <a:t>+</a:t>
            </a:r>
            <a:r>
              <a:rPr lang="en-US" sz="1200" dirty="0" err="1"/>
              <a:t>checkin</a:t>
            </a:r>
            <a:r>
              <a:rPr lang="en-US" sz="1200" dirty="0"/>
              <a:t>()</a:t>
            </a:r>
          </a:p>
          <a:p>
            <a:r>
              <a:rPr lang="en-US" sz="1200" dirty="0"/>
              <a:t>+status()</a:t>
            </a:r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696D602-242B-4ADF-95E1-732DB532BC25}"/>
              </a:ext>
            </a:extLst>
          </p:cNvPr>
          <p:cNvSpPr txBox="1"/>
          <p:nvPr/>
        </p:nvSpPr>
        <p:spPr>
          <a:xfrm>
            <a:off x="8419321" y="1532451"/>
            <a:ext cx="13156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+clean()</a:t>
            </a:r>
          </a:p>
          <a:p>
            <a:r>
              <a:rPr lang="en-US" sz="1200" dirty="0"/>
              <a:t>+setup()</a:t>
            </a:r>
          </a:p>
          <a:p>
            <a:r>
              <a:rPr lang="en-US" sz="1200" dirty="0"/>
              <a:t>+</a:t>
            </a:r>
            <a:r>
              <a:rPr lang="en-US" sz="1200" dirty="0" err="1"/>
              <a:t>checkin</a:t>
            </a:r>
            <a:r>
              <a:rPr lang="en-US" sz="1200" dirty="0"/>
              <a:t>()</a:t>
            </a:r>
          </a:p>
          <a:p>
            <a:r>
              <a:rPr lang="en-US" sz="1200" dirty="0"/>
              <a:t>+status()</a:t>
            </a:r>
          </a:p>
          <a:p>
            <a:endParaRPr lang="en-US" sz="1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6350D7C-5385-4294-9AD5-025533E52CA9}"/>
              </a:ext>
            </a:extLst>
          </p:cNvPr>
          <p:cNvSpPr txBox="1"/>
          <p:nvPr/>
        </p:nvSpPr>
        <p:spPr>
          <a:xfrm>
            <a:off x="8656279" y="4007475"/>
            <a:ext cx="13156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+clean()</a:t>
            </a:r>
          </a:p>
          <a:p>
            <a:r>
              <a:rPr lang="en-US" sz="1200" dirty="0"/>
              <a:t>+setup()</a:t>
            </a:r>
          </a:p>
          <a:p>
            <a:r>
              <a:rPr lang="en-US" sz="1200" dirty="0"/>
              <a:t>+</a:t>
            </a:r>
            <a:r>
              <a:rPr lang="en-US" sz="1200" dirty="0" err="1"/>
              <a:t>checkin</a:t>
            </a:r>
            <a:r>
              <a:rPr lang="en-US" sz="1200" dirty="0"/>
              <a:t>()</a:t>
            </a:r>
          </a:p>
          <a:p>
            <a:r>
              <a:rPr lang="en-US" sz="1200" dirty="0"/>
              <a:t>+status()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E27C710-A031-4814-986D-0B61527E8BEB}"/>
              </a:ext>
            </a:extLst>
          </p:cNvPr>
          <p:cNvSpPr txBox="1"/>
          <p:nvPr/>
        </p:nvSpPr>
        <p:spPr>
          <a:xfrm>
            <a:off x="10597633" y="4003017"/>
            <a:ext cx="13156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+clean()</a:t>
            </a:r>
          </a:p>
          <a:p>
            <a:r>
              <a:rPr lang="en-US" sz="1200" dirty="0"/>
              <a:t>+setup()</a:t>
            </a:r>
          </a:p>
          <a:p>
            <a:r>
              <a:rPr lang="en-US" sz="1200" dirty="0"/>
              <a:t>+</a:t>
            </a:r>
            <a:r>
              <a:rPr lang="en-US" sz="1200" dirty="0" err="1"/>
              <a:t>checkin</a:t>
            </a:r>
            <a:r>
              <a:rPr lang="en-US" sz="1200" dirty="0"/>
              <a:t>()</a:t>
            </a:r>
          </a:p>
          <a:p>
            <a:r>
              <a:rPr lang="en-US" sz="1200" dirty="0"/>
              <a:t>+status</a:t>
            </a:r>
          </a:p>
          <a:p>
            <a:endParaRPr lang="en-US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65FF707-162D-4C98-B25E-C598B7CE2961}"/>
              </a:ext>
            </a:extLst>
          </p:cNvPr>
          <p:cNvSpPr txBox="1"/>
          <p:nvPr/>
        </p:nvSpPr>
        <p:spPr>
          <a:xfrm>
            <a:off x="6861497" y="3744574"/>
            <a:ext cx="1223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…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D5471FD-032D-45C4-8848-29080EC29D08}"/>
              </a:ext>
            </a:extLst>
          </p:cNvPr>
          <p:cNvSpPr txBox="1"/>
          <p:nvPr/>
        </p:nvSpPr>
        <p:spPr>
          <a:xfrm>
            <a:off x="8694669" y="3748114"/>
            <a:ext cx="1223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…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48AE453-70B2-4AAE-9637-1A3A11570276}"/>
              </a:ext>
            </a:extLst>
          </p:cNvPr>
          <p:cNvSpPr txBox="1"/>
          <p:nvPr/>
        </p:nvSpPr>
        <p:spPr>
          <a:xfrm>
            <a:off x="10643506" y="3762558"/>
            <a:ext cx="1223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…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E39F30-A7B4-4D3C-AEC1-57AB437E6AF2}"/>
              </a:ext>
            </a:extLst>
          </p:cNvPr>
          <p:cNvSpPr txBox="1"/>
          <p:nvPr/>
        </p:nvSpPr>
        <p:spPr>
          <a:xfrm>
            <a:off x="3464962" y="938207"/>
            <a:ext cx="17016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Room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3C63623-0C15-47EB-9A8F-8A54DE6F9970}"/>
              </a:ext>
            </a:extLst>
          </p:cNvPr>
          <p:cNvSpPr txBox="1"/>
          <p:nvPr/>
        </p:nvSpPr>
        <p:spPr>
          <a:xfrm>
            <a:off x="2540645" y="1261069"/>
            <a:ext cx="1223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…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C7567FF-B121-4B15-8EB1-3FC9FAC617FC}"/>
              </a:ext>
            </a:extLst>
          </p:cNvPr>
          <p:cNvSpPr txBox="1"/>
          <p:nvPr/>
        </p:nvSpPr>
        <p:spPr>
          <a:xfrm>
            <a:off x="2503322" y="1617382"/>
            <a:ext cx="1812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+prepare()</a:t>
            </a:r>
          </a:p>
          <a:p>
            <a:r>
              <a:rPr lang="en-US" sz="1200" dirty="0"/>
              <a:t>+</a:t>
            </a:r>
            <a:r>
              <a:rPr lang="en-US" sz="1200" i="1" dirty="0" err="1"/>
              <a:t>getCatRoom</a:t>
            </a:r>
            <a:r>
              <a:rPr lang="en-US" sz="1200" i="1" dirty="0"/>
              <a:t>():</a:t>
            </a:r>
            <a:r>
              <a:rPr lang="en-US" sz="1200" i="1" dirty="0" err="1"/>
              <a:t>CatRoom</a:t>
            </a:r>
            <a:endParaRPr lang="en-US" sz="1200" i="1" dirty="0"/>
          </a:p>
          <a:p>
            <a:r>
              <a:rPr lang="en-US" sz="1200" i="1" dirty="0"/>
              <a:t>+</a:t>
            </a:r>
            <a:r>
              <a:rPr lang="en-US" sz="1200" dirty="0" err="1"/>
              <a:t>checkin</a:t>
            </a:r>
            <a:r>
              <a:rPr lang="en-US" sz="1200" dirty="0"/>
              <a:t>()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737FDB8-FF42-48DD-B9DF-E0DDCD875ADD}"/>
              </a:ext>
            </a:extLst>
          </p:cNvPr>
          <p:cNvSpPr txBox="1"/>
          <p:nvPr/>
        </p:nvSpPr>
        <p:spPr>
          <a:xfrm>
            <a:off x="1397845" y="3300518"/>
            <a:ext cx="1643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StandardRoom</a:t>
            </a:r>
            <a:endParaRPr lang="en-US" sz="12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623218A-AEC6-4A23-8244-3B6D6374DF6E}"/>
              </a:ext>
            </a:extLst>
          </p:cNvPr>
          <p:cNvSpPr txBox="1"/>
          <p:nvPr/>
        </p:nvSpPr>
        <p:spPr>
          <a:xfrm>
            <a:off x="3305611" y="3310576"/>
            <a:ext cx="151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DeluxeRoom</a:t>
            </a:r>
            <a:endParaRPr lang="en-US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E8679B4-9E3F-4C04-AF75-C55B5124D350}"/>
              </a:ext>
            </a:extLst>
          </p:cNvPr>
          <p:cNvSpPr txBox="1"/>
          <p:nvPr/>
        </p:nvSpPr>
        <p:spPr>
          <a:xfrm>
            <a:off x="5307666" y="3312834"/>
            <a:ext cx="15965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VipRoom</a:t>
            </a:r>
            <a:endParaRPr lang="en-US" sz="1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5D7BC4D-A49A-4095-8792-FD09290F1840}"/>
              </a:ext>
            </a:extLst>
          </p:cNvPr>
          <p:cNvSpPr txBox="1"/>
          <p:nvPr/>
        </p:nvSpPr>
        <p:spPr>
          <a:xfrm>
            <a:off x="1144839" y="3661263"/>
            <a:ext cx="1223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…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6DD62AF-9AF9-4DAA-9BBD-70B3AABFAED7}"/>
              </a:ext>
            </a:extLst>
          </p:cNvPr>
          <p:cNvSpPr txBox="1"/>
          <p:nvPr/>
        </p:nvSpPr>
        <p:spPr>
          <a:xfrm>
            <a:off x="3027391" y="3648833"/>
            <a:ext cx="1223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…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FD9BA4A-7527-49A9-95B6-B40994167532}"/>
              </a:ext>
            </a:extLst>
          </p:cNvPr>
          <p:cNvSpPr txBox="1"/>
          <p:nvPr/>
        </p:nvSpPr>
        <p:spPr>
          <a:xfrm>
            <a:off x="4853661" y="3661262"/>
            <a:ext cx="1223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…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8022ADF-F4D2-4CD2-96A2-1EF174561FFF}"/>
              </a:ext>
            </a:extLst>
          </p:cNvPr>
          <p:cNvSpPr txBox="1"/>
          <p:nvPr/>
        </p:nvSpPr>
        <p:spPr>
          <a:xfrm>
            <a:off x="1081176" y="4037796"/>
            <a:ext cx="18124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+</a:t>
            </a:r>
            <a:r>
              <a:rPr lang="en-US" sz="1200" dirty="0" err="1"/>
              <a:t>getCatRoom</a:t>
            </a:r>
            <a:r>
              <a:rPr lang="en-US" sz="1200" dirty="0"/>
              <a:t>()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438DB5B-F666-49D8-9C4D-5435B38B3603}"/>
              </a:ext>
            </a:extLst>
          </p:cNvPr>
          <p:cNvSpPr txBox="1"/>
          <p:nvPr/>
        </p:nvSpPr>
        <p:spPr>
          <a:xfrm>
            <a:off x="2992014" y="4013696"/>
            <a:ext cx="18124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+</a:t>
            </a:r>
            <a:r>
              <a:rPr lang="en-US" sz="1200" dirty="0" err="1"/>
              <a:t>getCatRoom</a:t>
            </a:r>
            <a:r>
              <a:rPr lang="en-US" sz="1200" dirty="0"/>
              <a:t>()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3014114-41D5-4BBF-9040-23D75B0D1AFE}"/>
              </a:ext>
            </a:extLst>
          </p:cNvPr>
          <p:cNvSpPr txBox="1"/>
          <p:nvPr/>
        </p:nvSpPr>
        <p:spPr>
          <a:xfrm>
            <a:off x="4841809" y="4013696"/>
            <a:ext cx="18124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+</a:t>
            </a:r>
            <a:r>
              <a:rPr lang="en-US" sz="1200" dirty="0" err="1"/>
              <a:t>getCatRoom</a:t>
            </a:r>
            <a:r>
              <a:rPr lang="en-US" sz="1200" dirty="0"/>
              <a:t>()</a:t>
            </a:r>
          </a:p>
        </p:txBody>
      </p:sp>
      <p:sp>
        <p:nvSpPr>
          <p:cNvPr id="85" name="Rectangle: Folded Corner 84">
            <a:extLst>
              <a:ext uri="{FF2B5EF4-FFF2-40B4-BE49-F238E27FC236}">
                <a16:creationId xmlns:a16="http://schemas.microsoft.com/office/drawing/2014/main" id="{B4251298-F4F1-45DA-9A47-F5DC9992245E}"/>
              </a:ext>
            </a:extLst>
          </p:cNvPr>
          <p:cNvSpPr/>
          <p:nvPr/>
        </p:nvSpPr>
        <p:spPr>
          <a:xfrm rot="10800000" flipH="1">
            <a:off x="36337" y="880953"/>
            <a:ext cx="2372125" cy="848428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76977F2-D04F-4F7D-B66F-24545AA3B4B8}"/>
              </a:ext>
            </a:extLst>
          </p:cNvPr>
          <p:cNvSpPr txBox="1"/>
          <p:nvPr/>
        </p:nvSpPr>
        <p:spPr>
          <a:xfrm>
            <a:off x="32260" y="971912"/>
            <a:ext cx="256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CatRoom</a:t>
            </a:r>
            <a:r>
              <a:rPr lang="en-US" sz="1200" dirty="0"/>
              <a:t> room =this. </a:t>
            </a:r>
            <a:r>
              <a:rPr lang="en-US" sz="1200" dirty="0" err="1"/>
              <a:t>getCatRoom</a:t>
            </a:r>
            <a:r>
              <a:rPr lang="en-US" sz="1200" dirty="0"/>
              <a:t>()</a:t>
            </a:r>
          </a:p>
          <a:p>
            <a:r>
              <a:rPr lang="en-US" sz="1200" dirty="0" err="1"/>
              <a:t>room.clean</a:t>
            </a:r>
            <a:r>
              <a:rPr lang="en-US" sz="1200" dirty="0"/>
              <a:t>()</a:t>
            </a:r>
          </a:p>
          <a:p>
            <a:r>
              <a:rPr lang="en-US" sz="1200" dirty="0" err="1"/>
              <a:t>room.setup</a:t>
            </a:r>
            <a:r>
              <a:rPr lang="en-US" sz="1200" dirty="0"/>
              <a:t>()</a:t>
            </a:r>
          </a:p>
        </p:txBody>
      </p:sp>
      <p:sp>
        <p:nvSpPr>
          <p:cNvPr id="87" name="Rectangle: Folded Corner 86">
            <a:extLst>
              <a:ext uri="{FF2B5EF4-FFF2-40B4-BE49-F238E27FC236}">
                <a16:creationId xmlns:a16="http://schemas.microsoft.com/office/drawing/2014/main" id="{83B35E52-2CF0-43B8-B673-152D60C6E3DC}"/>
              </a:ext>
            </a:extLst>
          </p:cNvPr>
          <p:cNvSpPr/>
          <p:nvPr/>
        </p:nvSpPr>
        <p:spPr>
          <a:xfrm rot="10800000" flipH="1">
            <a:off x="3055665" y="4769696"/>
            <a:ext cx="1517779" cy="369675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CC6567A-3593-4E76-A822-13E8D5881A2D}"/>
              </a:ext>
            </a:extLst>
          </p:cNvPr>
          <p:cNvSpPr txBox="1"/>
          <p:nvPr/>
        </p:nvSpPr>
        <p:spPr>
          <a:xfrm>
            <a:off x="3111694" y="4816033"/>
            <a:ext cx="161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Return new Deluxe()</a:t>
            </a:r>
          </a:p>
        </p:txBody>
      </p:sp>
      <p:sp>
        <p:nvSpPr>
          <p:cNvPr id="89" name="Rectangle: Folded Corner 88">
            <a:extLst>
              <a:ext uri="{FF2B5EF4-FFF2-40B4-BE49-F238E27FC236}">
                <a16:creationId xmlns:a16="http://schemas.microsoft.com/office/drawing/2014/main" id="{23AC5966-9E96-42C8-BCB0-C1634E1D09CF}"/>
              </a:ext>
            </a:extLst>
          </p:cNvPr>
          <p:cNvSpPr/>
          <p:nvPr/>
        </p:nvSpPr>
        <p:spPr>
          <a:xfrm rot="10800000" flipH="1">
            <a:off x="4893438" y="4761114"/>
            <a:ext cx="1517779" cy="369675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9ECA1D6-5325-476F-AD03-54A06731B7F6}"/>
              </a:ext>
            </a:extLst>
          </p:cNvPr>
          <p:cNvSpPr txBox="1"/>
          <p:nvPr/>
        </p:nvSpPr>
        <p:spPr>
          <a:xfrm>
            <a:off x="4930840" y="4816033"/>
            <a:ext cx="161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Return new </a:t>
            </a:r>
            <a:r>
              <a:rPr lang="en-US" sz="1200" dirty="0" err="1"/>
              <a:t>Vip</a:t>
            </a:r>
            <a:r>
              <a:rPr lang="en-US" sz="1200" dirty="0"/>
              <a:t>()</a:t>
            </a:r>
          </a:p>
        </p:txBody>
      </p:sp>
      <p:sp>
        <p:nvSpPr>
          <p:cNvPr id="91" name="Rectangle: Folded Corner 90">
            <a:extLst>
              <a:ext uri="{FF2B5EF4-FFF2-40B4-BE49-F238E27FC236}">
                <a16:creationId xmlns:a16="http://schemas.microsoft.com/office/drawing/2014/main" id="{8E8BBA57-BA99-4D2C-87A8-EE5BA8311E40}"/>
              </a:ext>
            </a:extLst>
          </p:cNvPr>
          <p:cNvSpPr/>
          <p:nvPr/>
        </p:nvSpPr>
        <p:spPr>
          <a:xfrm rot="10800000" flipH="1">
            <a:off x="1150470" y="4769696"/>
            <a:ext cx="1517779" cy="369675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A245FF0-D3C5-41CD-8700-3E224A1335A4}"/>
              </a:ext>
            </a:extLst>
          </p:cNvPr>
          <p:cNvSpPr txBox="1"/>
          <p:nvPr/>
        </p:nvSpPr>
        <p:spPr>
          <a:xfrm>
            <a:off x="1125006" y="4816033"/>
            <a:ext cx="161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Return new Standard()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4A15678-2003-4B71-9DF7-B2E136CE2F2D}"/>
              </a:ext>
            </a:extLst>
          </p:cNvPr>
          <p:cNvCxnSpPr/>
          <p:nvPr/>
        </p:nvCxnSpPr>
        <p:spPr>
          <a:xfrm flipV="1">
            <a:off x="5031918" y="1387410"/>
            <a:ext cx="3387403" cy="1215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3F2EE34-E9D2-4880-B058-723F4A2C4F1F}"/>
              </a:ext>
            </a:extLst>
          </p:cNvPr>
          <p:cNvCxnSpPr>
            <a:cxnSpLocks/>
          </p:cNvCxnSpPr>
          <p:nvPr/>
        </p:nvCxnSpPr>
        <p:spPr>
          <a:xfrm>
            <a:off x="8165839" y="1132102"/>
            <a:ext cx="244912" cy="25890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AE04961-5BE1-470C-BE15-FBE0E5AFF608}"/>
              </a:ext>
            </a:extLst>
          </p:cNvPr>
          <p:cNvCxnSpPr>
            <a:cxnSpLocks/>
          </p:cNvCxnSpPr>
          <p:nvPr/>
        </p:nvCxnSpPr>
        <p:spPr>
          <a:xfrm flipH="1">
            <a:off x="8127269" y="1403148"/>
            <a:ext cx="291833" cy="22711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F53040A1-0A01-4499-912F-D0A1E67E7B90}"/>
              </a:ext>
            </a:extLst>
          </p:cNvPr>
          <p:cNvCxnSpPr>
            <a:cxnSpLocks/>
          </p:cNvCxnSpPr>
          <p:nvPr/>
        </p:nvCxnSpPr>
        <p:spPr>
          <a:xfrm>
            <a:off x="2293078" y="1729381"/>
            <a:ext cx="375171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FF5F651C-9BAF-460A-A9C4-7563F40A942F}"/>
              </a:ext>
            </a:extLst>
          </p:cNvPr>
          <p:cNvCxnSpPr>
            <a:cxnSpLocks/>
          </p:cNvCxnSpPr>
          <p:nvPr/>
        </p:nvCxnSpPr>
        <p:spPr>
          <a:xfrm>
            <a:off x="4251262" y="4390802"/>
            <a:ext cx="0" cy="378891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0A35D14A-43D2-49DD-AC6B-0D00DD67DD96}"/>
              </a:ext>
            </a:extLst>
          </p:cNvPr>
          <p:cNvCxnSpPr>
            <a:cxnSpLocks/>
          </p:cNvCxnSpPr>
          <p:nvPr/>
        </p:nvCxnSpPr>
        <p:spPr>
          <a:xfrm>
            <a:off x="2597878" y="2034181"/>
            <a:ext cx="213052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DEE7EDF5-4FA1-463F-B3BE-9D898A32B8A7}"/>
              </a:ext>
            </a:extLst>
          </p:cNvPr>
          <p:cNvCxnSpPr>
            <a:cxnSpLocks/>
          </p:cNvCxnSpPr>
          <p:nvPr/>
        </p:nvCxnSpPr>
        <p:spPr>
          <a:xfrm>
            <a:off x="6140597" y="4390802"/>
            <a:ext cx="1" cy="384597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150C111-5F4A-447C-87C4-14D3CBFAF02A}"/>
              </a:ext>
            </a:extLst>
          </p:cNvPr>
          <p:cNvCxnSpPr>
            <a:cxnSpLocks/>
          </p:cNvCxnSpPr>
          <p:nvPr/>
        </p:nvCxnSpPr>
        <p:spPr>
          <a:xfrm flipH="1">
            <a:off x="4251260" y="4390802"/>
            <a:ext cx="1" cy="325025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A8BA9077-181C-46A8-8039-C711631EAD13}"/>
              </a:ext>
            </a:extLst>
          </p:cNvPr>
          <p:cNvCxnSpPr>
            <a:cxnSpLocks/>
          </p:cNvCxnSpPr>
          <p:nvPr/>
        </p:nvCxnSpPr>
        <p:spPr>
          <a:xfrm flipH="1">
            <a:off x="2400497" y="4437150"/>
            <a:ext cx="1" cy="325025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9D76800-08CA-44CD-BAA0-73689D84C8C4}"/>
              </a:ext>
            </a:extLst>
          </p:cNvPr>
          <p:cNvCxnSpPr>
            <a:cxnSpLocks/>
          </p:cNvCxnSpPr>
          <p:nvPr/>
        </p:nvCxnSpPr>
        <p:spPr>
          <a:xfrm>
            <a:off x="621479" y="5791674"/>
            <a:ext cx="145947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28FB7AD-6694-4BBE-8C47-53B6FFD52A61}"/>
              </a:ext>
            </a:extLst>
          </p:cNvPr>
          <p:cNvCxnSpPr>
            <a:cxnSpLocks/>
          </p:cNvCxnSpPr>
          <p:nvPr/>
        </p:nvCxnSpPr>
        <p:spPr>
          <a:xfrm>
            <a:off x="1827475" y="5536366"/>
            <a:ext cx="244912" cy="25890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3C23349-6318-43D4-A009-C8BF85FFF0D9}"/>
              </a:ext>
            </a:extLst>
          </p:cNvPr>
          <p:cNvCxnSpPr>
            <a:cxnSpLocks/>
          </p:cNvCxnSpPr>
          <p:nvPr/>
        </p:nvCxnSpPr>
        <p:spPr>
          <a:xfrm flipH="1">
            <a:off x="1746121" y="5810205"/>
            <a:ext cx="309162" cy="23677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Isosceles Triangle 94">
            <a:extLst>
              <a:ext uri="{FF2B5EF4-FFF2-40B4-BE49-F238E27FC236}">
                <a16:creationId xmlns:a16="http://schemas.microsoft.com/office/drawing/2014/main" id="{9C44E47B-A2B9-43A1-A4E6-F5E3F20A96BC}"/>
              </a:ext>
            </a:extLst>
          </p:cNvPr>
          <p:cNvSpPr/>
          <p:nvPr/>
        </p:nvSpPr>
        <p:spPr>
          <a:xfrm rot="5400000">
            <a:off x="4377221" y="5623577"/>
            <a:ext cx="363894" cy="270588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9D38FD1-4555-4179-BE81-19EF7EE1291C}"/>
              </a:ext>
            </a:extLst>
          </p:cNvPr>
          <p:cNvCxnSpPr>
            <a:cxnSpLocks/>
          </p:cNvCxnSpPr>
          <p:nvPr/>
        </p:nvCxnSpPr>
        <p:spPr>
          <a:xfrm rot="5400000">
            <a:off x="3933766" y="5255951"/>
            <a:ext cx="0" cy="1005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484D8AB-E0E2-4561-9552-60D31720AD41}"/>
              </a:ext>
            </a:extLst>
          </p:cNvPr>
          <p:cNvCxnSpPr>
            <a:cxnSpLocks/>
          </p:cNvCxnSpPr>
          <p:nvPr/>
        </p:nvCxnSpPr>
        <p:spPr>
          <a:xfrm>
            <a:off x="5720923" y="5774766"/>
            <a:ext cx="120093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Isosceles Triangle 100">
            <a:extLst>
              <a:ext uri="{FF2B5EF4-FFF2-40B4-BE49-F238E27FC236}">
                <a16:creationId xmlns:a16="http://schemas.microsoft.com/office/drawing/2014/main" id="{AFE95F86-26AA-4E19-8F51-FA7F2B37F17B}"/>
              </a:ext>
            </a:extLst>
          </p:cNvPr>
          <p:cNvSpPr/>
          <p:nvPr/>
        </p:nvSpPr>
        <p:spPr>
          <a:xfrm rot="5400000">
            <a:off x="6838172" y="5639472"/>
            <a:ext cx="363894" cy="270588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C778991-9565-447B-AB94-9858E9DECE5F}"/>
              </a:ext>
            </a:extLst>
          </p:cNvPr>
          <p:cNvSpPr txBox="1"/>
          <p:nvPr/>
        </p:nvSpPr>
        <p:spPr>
          <a:xfrm>
            <a:off x="758007" y="6077318"/>
            <a:ext cx="1223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Dependency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002F0CE-3314-4C39-A46D-393AD9159365}"/>
              </a:ext>
            </a:extLst>
          </p:cNvPr>
          <p:cNvSpPr txBox="1"/>
          <p:nvPr/>
        </p:nvSpPr>
        <p:spPr>
          <a:xfrm>
            <a:off x="3573755" y="6056347"/>
            <a:ext cx="1223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Inheritance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B35C40E-A320-4C41-9DBD-BBE82513C10E}"/>
              </a:ext>
            </a:extLst>
          </p:cNvPr>
          <p:cNvSpPr txBox="1"/>
          <p:nvPr/>
        </p:nvSpPr>
        <p:spPr>
          <a:xfrm>
            <a:off x="5874974" y="6031164"/>
            <a:ext cx="1223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Implementation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2FB8DE-B52E-40EF-857C-7E3630DDE8B0}"/>
              </a:ext>
            </a:extLst>
          </p:cNvPr>
          <p:cNvSpPr txBox="1"/>
          <p:nvPr/>
        </p:nvSpPr>
        <p:spPr>
          <a:xfrm>
            <a:off x="5223973" y="110278"/>
            <a:ext cx="1681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Factory Method</a:t>
            </a:r>
          </a:p>
        </p:txBody>
      </p:sp>
      <p:sp>
        <p:nvSpPr>
          <p:cNvPr id="21" name="Rectangle: Folded Corner 20">
            <a:extLst>
              <a:ext uri="{FF2B5EF4-FFF2-40B4-BE49-F238E27FC236}">
                <a16:creationId xmlns:a16="http://schemas.microsoft.com/office/drawing/2014/main" id="{36078774-388B-D501-D001-D26BF8E851A0}"/>
              </a:ext>
            </a:extLst>
          </p:cNvPr>
          <p:cNvSpPr/>
          <p:nvPr/>
        </p:nvSpPr>
        <p:spPr>
          <a:xfrm rot="10800000" flipH="1">
            <a:off x="5177" y="1956287"/>
            <a:ext cx="2372125" cy="88933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941200-ADD3-61FA-2BA7-B1D82BBDD3C9}"/>
              </a:ext>
            </a:extLst>
          </p:cNvPr>
          <p:cNvSpPr txBox="1"/>
          <p:nvPr/>
        </p:nvSpPr>
        <p:spPr>
          <a:xfrm>
            <a:off x="33350" y="2043180"/>
            <a:ext cx="244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CatRoom</a:t>
            </a:r>
            <a:r>
              <a:rPr lang="en-US" sz="1200" dirty="0"/>
              <a:t> room =this. </a:t>
            </a:r>
            <a:r>
              <a:rPr lang="en-US" sz="1200" dirty="0" err="1"/>
              <a:t>getCatRoom</a:t>
            </a:r>
            <a:r>
              <a:rPr lang="en-US" sz="1200" dirty="0"/>
              <a:t>()</a:t>
            </a:r>
          </a:p>
          <a:p>
            <a:r>
              <a:rPr lang="en-US" sz="1200" dirty="0" err="1"/>
              <a:t>room.checkin</a:t>
            </a:r>
            <a:r>
              <a:rPr lang="en-US" sz="1200" dirty="0"/>
              <a:t>()</a:t>
            </a:r>
          </a:p>
          <a:p>
            <a:r>
              <a:rPr lang="en-US" sz="1200" dirty="0" err="1"/>
              <a:t>room.status</a:t>
            </a:r>
            <a:r>
              <a:rPr lang="en-US" sz="1200" dirty="0"/>
              <a:t>()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103AD2A-5C2C-7530-1866-586612F95A79}"/>
              </a:ext>
            </a:extLst>
          </p:cNvPr>
          <p:cNvCxnSpPr>
            <a:cxnSpLocks/>
          </p:cNvCxnSpPr>
          <p:nvPr/>
        </p:nvCxnSpPr>
        <p:spPr>
          <a:xfrm>
            <a:off x="2199640" y="2173881"/>
            <a:ext cx="365452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186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134</Words>
  <Application>Microsoft Office PowerPoint</Application>
  <PresentationFormat>Widescreen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nutthawut plordsomboon</dc:creator>
  <cp:lastModifiedBy>singtogapo@hotmail.com</cp:lastModifiedBy>
  <cp:revision>12</cp:revision>
  <dcterms:created xsi:type="dcterms:W3CDTF">2025-11-27T15:47:09Z</dcterms:created>
  <dcterms:modified xsi:type="dcterms:W3CDTF">2025-12-11T06:09:47Z</dcterms:modified>
</cp:coreProperties>
</file>